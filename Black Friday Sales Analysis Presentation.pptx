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9" r:id="rId8"/>
    <p:sldId id="270" r:id="rId9"/>
    <p:sldId id="271" r:id="rId10"/>
    <p:sldId id="272" r:id="rId11"/>
    <p:sldId id="260" r:id="rId12"/>
    <p:sldId id="261" r:id="rId13"/>
    <p:sldId id="262" r:id="rId14"/>
    <p:sldId id="263" r:id="rId15"/>
    <p:sldId id="264" r:id="rId16"/>
    <p:sldId id="26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dam Kanji" userId="454545c0849be3d5" providerId="LiveId" clId="{5B071820-B45B-43BC-94B5-57F0E2CBC106}"/>
    <pc:docChg chg="undo custSel addSld delSld modSld sldOrd">
      <pc:chgData name="Arindam Kanji" userId="454545c0849be3d5" providerId="LiveId" clId="{5B071820-B45B-43BC-94B5-57F0E2CBC106}" dt="2026-03-01T14:10:20.961" v="2084" actId="20577"/>
      <pc:docMkLst>
        <pc:docMk/>
      </pc:docMkLst>
      <pc:sldChg chg="modAnim">
        <pc:chgData name="Arindam Kanji" userId="454545c0849be3d5" providerId="LiveId" clId="{5B071820-B45B-43BC-94B5-57F0E2CBC106}" dt="2026-03-01T12:08:50.917" v="1617"/>
        <pc:sldMkLst>
          <pc:docMk/>
          <pc:sldMk cId="1817640733" sldId="256"/>
        </pc:sldMkLst>
      </pc:sldChg>
      <pc:sldChg chg="addSp modSp mod modAnim">
        <pc:chgData name="Arindam Kanji" userId="454545c0849be3d5" providerId="LiveId" clId="{5B071820-B45B-43BC-94B5-57F0E2CBC106}" dt="2026-03-01T12:10:10.355" v="1649"/>
        <pc:sldMkLst>
          <pc:docMk/>
          <pc:sldMk cId="2741273865" sldId="257"/>
        </pc:sldMkLst>
        <pc:spChg chg="add mod">
          <ac:chgData name="Arindam Kanji" userId="454545c0849be3d5" providerId="LiveId" clId="{5B071820-B45B-43BC-94B5-57F0E2CBC106}" dt="2026-02-26T12:06:17.650" v="20" actId="20577"/>
          <ac:spMkLst>
            <pc:docMk/>
            <pc:sldMk cId="2741273865" sldId="257"/>
            <ac:spMk id="8" creationId="{97469361-8CC5-4438-67BD-3B24910D0A30}"/>
          </ac:spMkLst>
        </pc:spChg>
      </pc:sldChg>
      <pc:sldChg chg="addSp delSp modSp mod modAnim">
        <pc:chgData name="Arindam Kanji" userId="454545c0849be3d5" providerId="LiveId" clId="{5B071820-B45B-43BC-94B5-57F0E2CBC106}" dt="2026-03-01T12:11:12.604" v="1657"/>
        <pc:sldMkLst>
          <pc:docMk/>
          <pc:sldMk cId="1602198" sldId="258"/>
        </pc:sldMkLst>
        <pc:spChg chg="add mod">
          <ac:chgData name="Arindam Kanji" userId="454545c0849be3d5" providerId="LiveId" clId="{5B071820-B45B-43BC-94B5-57F0E2CBC106}" dt="2026-02-26T12:07:47.650" v="30" actId="14100"/>
          <ac:spMkLst>
            <pc:docMk/>
            <pc:sldMk cId="1602198" sldId="258"/>
            <ac:spMk id="4" creationId="{55CA11BC-AB6A-325D-2B21-D9FDE95E4119}"/>
          </ac:spMkLst>
        </pc:spChg>
      </pc:sldChg>
      <pc:sldChg chg="addSp modSp new mod modAnim">
        <pc:chgData name="Arindam Kanji" userId="454545c0849be3d5" providerId="LiveId" clId="{5B071820-B45B-43BC-94B5-57F0E2CBC106}" dt="2026-03-01T12:11:52.072" v="1663"/>
        <pc:sldMkLst>
          <pc:docMk/>
          <pc:sldMk cId="1510129101" sldId="259"/>
        </pc:sldMkLst>
        <pc:spChg chg="add mod">
          <ac:chgData name="Arindam Kanji" userId="454545c0849be3d5" providerId="LiveId" clId="{5B071820-B45B-43BC-94B5-57F0E2CBC106}" dt="2026-02-26T12:15:00.727" v="70" actId="1076"/>
          <ac:spMkLst>
            <pc:docMk/>
            <pc:sldMk cId="1510129101" sldId="259"/>
            <ac:spMk id="4" creationId="{198119B5-881B-16D8-AFA0-66459C8CD5E8}"/>
          </ac:spMkLst>
        </pc:spChg>
        <pc:picChg chg="add mod">
          <ac:chgData name="Arindam Kanji" userId="454545c0849be3d5" providerId="LiveId" clId="{5B071820-B45B-43BC-94B5-57F0E2CBC106}" dt="2026-02-26T12:15:14.416" v="71" actId="14100"/>
          <ac:picMkLst>
            <pc:docMk/>
            <pc:sldMk cId="1510129101" sldId="259"/>
            <ac:picMk id="3" creationId="{8D4EA725-A15B-527B-C611-5A4D1E1A88C2}"/>
          </ac:picMkLst>
        </pc:picChg>
        <pc:picChg chg="add mod">
          <ac:chgData name="Arindam Kanji" userId="454545c0849be3d5" providerId="LiveId" clId="{5B071820-B45B-43BC-94B5-57F0E2CBC106}" dt="2026-02-26T12:15:20.259" v="73" actId="14100"/>
          <ac:picMkLst>
            <pc:docMk/>
            <pc:sldMk cId="1510129101" sldId="259"/>
            <ac:picMk id="6" creationId="{3AFBF777-9D07-B8E9-0A1F-44A4465F64C5}"/>
          </ac:picMkLst>
        </pc:picChg>
      </pc:sldChg>
      <pc:sldChg chg="addSp modSp new mod modAnim">
        <pc:chgData name="Arindam Kanji" userId="454545c0849be3d5" providerId="LiveId" clId="{5B071820-B45B-43BC-94B5-57F0E2CBC106}" dt="2026-03-01T12:51:54.024" v="1744" actId="20577"/>
        <pc:sldMkLst>
          <pc:docMk/>
          <pc:sldMk cId="1698276019" sldId="260"/>
        </pc:sldMkLst>
        <pc:spChg chg="add mod">
          <ac:chgData name="Arindam Kanji" userId="454545c0849be3d5" providerId="LiveId" clId="{5B071820-B45B-43BC-94B5-57F0E2CBC106}" dt="2026-03-01T12:51:54.024" v="1744" actId="20577"/>
          <ac:spMkLst>
            <pc:docMk/>
            <pc:sldMk cId="1698276019" sldId="260"/>
            <ac:spMk id="4" creationId="{CD4670D5-0539-1191-DB93-78D08D580202}"/>
          </ac:spMkLst>
        </pc:spChg>
        <pc:picChg chg="add mod">
          <ac:chgData name="Arindam Kanji" userId="454545c0849be3d5" providerId="LiveId" clId="{5B071820-B45B-43BC-94B5-57F0E2CBC106}" dt="2026-02-26T12:18:16.259" v="77" actId="14100"/>
          <ac:picMkLst>
            <pc:docMk/>
            <pc:sldMk cId="1698276019" sldId="260"/>
            <ac:picMk id="3" creationId="{2DB50AB2-9649-5BCF-6930-4731CA7407CC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7:22.342" v="1687"/>
        <pc:sldMkLst>
          <pc:docMk/>
          <pc:sldMk cId="3319478710" sldId="261"/>
        </pc:sldMkLst>
        <pc:spChg chg="add mod">
          <ac:chgData name="Arindam Kanji" userId="454545c0849be3d5" providerId="LiveId" clId="{5B071820-B45B-43BC-94B5-57F0E2CBC106}" dt="2026-02-26T12:33:19.824" v="164" actId="403"/>
          <ac:spMkLst>
            <pc:docMk/>
            <pc:sldMk cId="3319478710" sldId="261"/>
            <ac:spMk id="10" creationId="{19FB0051-8E80-619B-B34C-2FB2F88FF9B2}"/>
          </ac:spMkLst>
        </pc:spChg>
        <pc:picChg chg="add mod">
          <ac:chgData name="Arindam Kanji" userId="454545c0849be3d5" providerId="LiveId" clId="{5B071820-B45B-43BC-94B5-57F0E2CBC106}" dt="2026-02-26T12:24:43.650" v="110" actId="1076"/>
          <ac:picMkLst>
            <pc:docMk/>
            <pc:sldMk cId="3319478710" sldId="261"/>
            <ac:picMk id="6" creationId="{39170A44-96F8-893A-F08C-6CCC02B53895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8:36.587" v="1710" actId="1038"/>
        <pc:sldMkLst>
          <pc:docMk/>
          <pc:sldMk cId="2141398236" sldId="262"/>
        </pc:sldMkLst>
        <pc:spChg chg="add mod">
          <ac:chgData name="Arindam Kanji" userId="454545c0849be3d5" providerId="LiveId" clId="{5B071820-B45B-43BC-94B5-57F0E2CBC106}" dt="2026-03-01T12:18:28.588" v="1702" actId="1036"/>
          <ac:spMkLst>
            <pc:docMk/>
            <pc:sldMk cId="2141398236" sldId="262"/>
            <ac:spMk id="5" creationId="{600C3CA9-DC77-028B-62E6-31BAE732961E}"/>
          </ac:spMkLst>
        </pc:spChg>
        <pc:picChg chg="add mod">
          <ac:chgData name="Arindam Kanji" userId="454545c0849be3d5" providerId="LiveId" clId="{5B071820-B45B-43BC-94B5-57F0E2CBC106}" dt="2026-03-01T12:18:36.587" v="1710" actId="1038"/>
          <ac:picMkLst>
            <pc:docMk/>
            <pc:sldMk cId="2141398236" sldId="262"/>
            <ac:picMk id="3" creationId="{B4F85305-DAA6-E5B7-91F0-7B909570DB10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9:13.491" v="1714"/>
        <pc:sldMkLst>
          <pc:docMk/>
          <pc:sldMk cId="1550054412" sldId="263"/>
        </pc:sldMkLst>
        <pc:spChg chg="add mod">
          <ac:chgData name="Arindam Kanji" userId="454545c0849be3d5" providerId="LiveId" clId="{5B071820-B45B-43BC-94B5-57F0E2CBC106}" dt="2026-02-26T13:26:23.889" v="867" actId="20577"/>
          <ac:spMkLst>
            <pc:docMk/>
            <pc:sldMk cId="1550054412" sldId="263"/>
            <ac:spMk id="5" creationId="{41FE44A7-D8EE-CE09-1E3F-983F48815B70}"/>
          </ac:spMkLst>
        </pc:spChg>
        <pc:picChg chg="add mod">
          <ac:chgData name="Arindam Kanji" userId="454545c0849be3d5" providerId="LiveId" clId="{5B071820-B45B-43BC-94B5-57F0E2CBC106}" dt="2026-02-26T12:46:42.227" v="227" actId="14100"/>
          <ac:picMkLst>
            <pc:docMk/>
            <pc:sldMk cId="1550054412" sldId="263"/>
            <ac:picMk id="4" creationId="{C32347A9-1218-3D8A-2182-C2D7516B7EE8}"/>
          </ac:picMkLst>
        </pc:picChg>
      </pc:sldChg>
      <pc:sldChg chg="addSp modSp new mod modAnim">
        <pc:chgData name="Arindam Kanji" userId="454545c0849be3d5" providerId="LiveId" clId="{5B071820-B45B-43BC-94B5-57F0E2CBC106}" dt="2026-03-01T12:20:31.408" v="1718"/>
        <pc:sldMkLst>
          <pc:docMk/>
          <pc:sldMk cId="243278231" sldId="264"/>
        </pc:sldMkLst>
        <pc:spChg chg="add mod">
          <ac:chgData name="Arindam Kanji" userId="454545c0849be3d5" providerId="LiveId" clId="{5B071820-B45B-43BC-94B5-57F0E2CBC106}" dt="2026-02-26T13:24:27.954" v="809" actId="1035"/>
          <ac:spMkLst>
            <pc:docMk/>
            <pc:sldMk cId="243278231" sldId="264"/>
            <ac:spMk id="2" creationId="{E353EDAF-1970-DFD8-2D58-2B8C6296E18E}"/>
          </ac:spMkLst>
        </pc:spChg>
        <pc:spChg chg="add mod">
          <ac:chgData name="Arindam Kanji" userId="454545c0849be3d5" providerId="LiveId" clId="{5B071820-B45B-43BC-94B5-57F0E2CBC106}" dt="2026-02-26T13:03:11.228" v="381" actId="14100"/>
          <ac:spMkLst>
            <pc:docMk/>
            <pc:sldMk cId="243278231" sldId="264"/>
            <ac:spMk id="3" creationId="{DD7D6348-4A88-B946-D2F3-B05EDA9E3D9B}"/>
          </ac:spMkLst>
        </pc:spChg>
      </pc:sldChg>
      <pc:sldChg chg="addSp modSp new mod modAnim">
        <pc:chgData name="Arindam Kanji" userId="454545c0849be3d5" providerId="LiveId" clId="{5B071820-B45B-43BC-94B5-57F0E2CBC106}" dt="2026-03-01T12:21:00.546" v="1720"/>
        <pc:sldMkLst>
          <pc:docMk/>
          <pc:sldMk cId="1809828574" sldId="265"/>
        </pc:sldMkLst>
        <pc:spChg chg="add mod">
          <ac:chgData name="Arindam Kanji" userId="454545c0849be3d5" providerId="LiveId" clId="{5B071820-B45B-43BC-94B5-57F0E2CBC106}" dt="2026-02-26T13:24:36.490" v="822" actId="1035"/>
          <ac:spMkLst>
            <pc:docMk/>
            <pc:sldMk cId="1809828574" sldId="265"/>
            <ac:spMk id="2" creationId="{919E3FDD-FE7F-A807-9E25-530D2CC6CDB2}"/>
          </ac:spMkLst>
        </pc:spChg>
        <pc:spChg chg="add mod">
          <ac:chgData name="Arindam Kanji" userId="454545c0849be3d5" providerId="LiveId" clId="{5B071820-B45B-43BC-94B5-57F0E2CBC106}" dt="2026-02-26T13:05:04.156" v="434" actId="14100"/>
          <ac:spMkLst>
            <pc:docMk/>
            <pc:sldMk cId="1809828574" sldId="265"/>
            <ac:spMk id="3" creationId="{E8F77912-3937-EB48-B9F8-7A001C1D4978}"/>
          </ac:spMkLst>
        </pc:spChg>
      </pc:sldChg>
      <pc:sldChg chg="addSp modSp new del mod modAnim">
        <pc:chgData name="Arindam Kanji" userId="454545c0849be3d5" providerId="LiveId" clId="{5B071820-B45B-43BC-94B5-57F0E2CBC106}" dt="2026-03-01T13:46:08.757" v="2047" actId="47"/>
        <pc:sldMkLst>
          <pc:docMk/>
          <pc:sldMk cId="100842422" sldId="266"/>
        </pc:sldMkLst>
        <pc:spChg chg="add mod">
          <ac:chgData name="Arindam Kanji" userId="454545c0849be3d5" providerId="LiveId" clId="{5B071820-B45B-43BC-94B5-57F0E2CBC106}" dt="2026-03-01T13:15:22.557" v="1990" actId="1036"/>
          <ac:spMkLst>
            <pc:docMk/>
            <pc:sldMk cId="100842422" sldId="266"/>
            <ac:spMk id="2" creationId="{AC554AB2-370E-08EA-8AFF-21DF02B39F80}"/>
          </ac:spMkLst>
        </pc:spChg>
      </pc:sldChg>
      <pc:sldChg chg="addSp modSp new mod modAnim">
        <pc:chgData name="Arindam Kanji" userId="454545c0849be3d5" providerId="LiveId" clId="{5B071820-B45B-43BC-94B5-57F0E2CBC106}" dt="2026-03-01T13:12:00.711" v="1975" actId="122"/>
        <pc:sldMkLst>
          <pc:docMk/>
          <pc:sldMk cId="2259558641" sldId="267"/>
        </pc:sldMkLst>
        <pc:spChg chg="add mod">
          <ac:chgData name="Arindam Kanji" userId="454545c0849be3d5" providerId="LiveId" clId="{5B071820-B45B-43BC-94B5-57F0E2CBC106}" dt="2026-03-01T13:12:00.711" v="1975" actId="122"/>
          <ac:spMkLst>
            <pc:docMk/>
            <pc:sldMk cId="2259558641" sldId="267"/>
            <ac:spMk id="3" creationId="{C2CBFC5C-10B9-F4D4-34A7-9A0FA1B0C794}"/>
          </ac:spMkLst>
        </pc:spChg>
      </pc:sldChg>
      <pc:sldChg chg="addSp modSp new mod modAnim">
        <pc:chgData name="Arindam Kanji" userId="454545c0849be3d5" providerId="LiveId" clId="{5B071820-B45B-43BC-94B5-57F0E2CBC106}" dt="2026-03-01T14:08:14.589" v="2074" actId="20577"/>
        <pc:sldMkLst>
          <pc:docMk/>
          <pc:sldMk cId="2253055895" sldId="268"/>
        </pc:sldMkLst>
        <pc:spChg chg="add mod">
          <ac:chgData name="Arindam Kanji" userId="454545c0849be3d5" providerId="LiveId" clId="{5B071820-B45B-43BC-94B5-57F0E2CBC106}" dt="2026-03-01T14:08:14.589" v="2074" actId="20577"/>
          <ac:spMkLst>
            <pc:docMk/>
            <pc:sldMk cId="2253055895" sldId="268"/>
            <ac:spMk id="2" creationId="{14CD6406-3DE1-C92B-36D9-E7558DAE4DCC}"/>
          </ac:spMkLst>
        </pc:spChg>
      </pc:sldChg>
      <pc:sldChg chg="addSp modSp new mod ord modAnim">
        <pc:chgData name="Arindam Kanji" userId="454545c0849be3d5" providerId="LiveId" clId="{5B071820-B45B-43BC-94B5-57F0E2CBC106}" dt="2026-03-01T12:13:19.191" v="1671"/>
        <pc:sldMkLst>
          <pc:docMk/>
          <pc:sldMk cId="540804087" sldId="269"/>
        </pc:sldMkLst>
        <pc:spChg chg="add mod">
          <ac:chgData name="Arindam Kanji" userId="454545c0849be3d5" providerId="LiveId" clId="{5B071820-B45B-43BC-94B5-57F0E2CBC106}" dt="2026-02-26T13:20:39.572" v="786" actId="1035"/>
          <ac:spMkLst>
            <pc:docMk/>
            <pc:sldMk cId="540804087" sldId="269"/>
            <ac:spMk id="5" creationId="{298C94B3-875D-01F2-2F11-A92DAA52FACA}"/>
          </ac:spMkLst>
        </pc:spChg>
        <pc:picChg chg="add mod">
          <ac:chgData name="Arindam Kanji" userId="454545c0849be3d5" providerId="LiveId" clId="{5B071820-B45B-43BC-94B5-57F0E2CBC106}" dt="2026-02-26T13:20:44.359" v="792" actId="1036"/>
          <ac:picMkLst>
            <pc:docMk/>
            <pc:sldMk cId="540804087" sldId="269"/>
            <ac:picMk id="3" creationId="{A5F8E77D-D4EE-1731-8439-28DF64187E28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3:53.693" v="1676"/>
        <pc:sldMkLst>
          <pc:docMk/>
          <pc:sldMk cId="452908800" sldId="270"/>
        </pc:sldMkLst>
        <pc:spChg chg="add del mod">
          <ac:chgData name="Arindam Kanji" userId="454545c0849be3d5" providerId="LiveId" clId="{5B071820-B45B-43BC-94B5-57F0E2CBC106}" dt="2026-03-01T00:08:08.136" v="877"/>
          <ac:spMkLst>
            <pc:docMk/>
            <pc:sldMk cId="452908800" sldId="270"/>
            <ac:spMk id="4" creationId="{577BF54B-BDE9-3001-FA0B-821E6BE823AD}"/>
          </ac:spMkLst>
        </pc:spChg>
        <pc:spChg chg="add mod">
          <ac:chgData name="Arindam Kanji" userId="454545c0849be3d5" providerId="LiveId" clId="{5B071820-B45B-43BC-94B5-57F0E2CBC106}" dt="2026-03-01T00:40:12.168" v="985" actId="20577"/>
          <ac:spMkLst>
            <pc:docMk/>
            <pc:sldMk cId="452908800" sldId="270"/>
            <ac:spMk id="7" creationId="{7073A02F-5A06-52C5-A39F-455907610B46}"/>
          </ac:spMkLst>
        </pc:spChg>
        <pc:picChg chg="add mod">
          <ac:chgData name="Arindam Kanji" userId="454545c0849be3d5" providerId="LiveId" clId="{5B071820-B45B-43BC-94B5-57F0E2CBC106}" dt="2026-03-01T00:07:36.148" v="872" actId="1076"/>
          <ac:picMkLst>
            <pc:docMk/>
            <pc:sldMk cId="452908800" sldId="270"/>
            <ac:picMk id="3" creationId="{8CE3E8F7-F665-DDD5-7A53-6A072515048A}"/>
          </ac:picMkLst>
        </pc:picChg>
        <pc:picChg chg="add del">
          <ac:chgData name="Arindam Kanji" userId="454545c0849be3d5" providerId="LiveId" clId="{5B071820-B45B-43BC-94B5-57F0E2CBC106}" dt="2026-03-01T00:08:08.135" v="875" actId="478"/>
          <ac:picMkLst>
            <pc:docMk/>
            <pc:sldMk cId="452908800" sldId="270"/>
            <ac:picMk id="6" creationId="{93E87961-9E80-0663-66BC-79A14E5E089D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4:09.961" v="1678"/>
        <pc:sldMkLst>
          <pc:docMk/>
          <pc:sldMk cId="4129637141" sldId="271"/>
        </pc:sldMkLst>
        <pc:spChg chg="add mod">
          <ac:chgData name="Arindam Kanji" userId="454545c0849be3d5" providerId="LiveId" clId="{5B071820-B45B-43BC-94B5-57F0E2CBC106}" dt="2026-03-01T01:38:36.824" v="1422" actId="1035"/>
          <ac:spMkLst>
            <pc:docMk/>
            <pc:sldMk cId="4129637141" sldId="271"/>
            <ac:spMk id="5" creationId="{04071BA0-FC58-4431-FE0B-033E0A36AF5C}"/>
          </ac:spMkLst>
        </pc:spChg>
        <pc:spChg chg="add del mod">
          <ac:chgData name="Arindam Kanji" userId="454545c0849be3d5" providerId="LiveId" clId="{5B071820-B45B-43BC-94B5-57F0E2CBC106}" dt="2026-03-01T01:26:06.572" v="1351" actId="478"/>
          <ac:spMkLst>
            <pc:docMk/>
            <pc:sldMk cId="4129637141" sldId="271"/>
            <ac:spMk id="7" creationId="{5D4DE19E-0546-49F0-A8C9-3E2084A214A9}"/>
          </ac:spMkLst>
        </pc:spChg>
        <pc:picChg chg="add del mod">
          <ac:chgData name="Arindam Kanji" userId="454545c0849be3d5" providerId="LiveId" clId="{5B071820-B45B-43BC-94B5-57F0E2CBC106}" dt="2026-03-01T01:25:40.289" v="1345" actId="478"/>
          <ac:picMkLst>
            <pc:docMk/>
            <pc:sldMk cId="4129637141" sldId="271"/>
            <ac:picMk id="3" creationId="{0CD1C051-E31D-9F97-7BA8-C47CC1A6CBC6}"/>
          </ac:picMkLst>
        </pc:picChg>
        <pc:picChg chg="add mod">
          <ac:chgData name="Arindam Kanji" userId="454545c0849be3d5" providerId="LiveId" clId="{5B071820-B45B-43BC-94B5-57F0E2CBC106}" dt="2026-03-01T01:25:57.041" v="1350" actId="14100"/>
          <ac:picMkLst>
            <pc:docMk/>
            <pc:sldMk cId="4129637141" sldId="271"/>
            <ac:picMk id="9" creationId="{9DB0BBF7-58FC-C820-AFA0-2EAA121FF19E}"/>
          </ac:picMkLst>
        </pc:picChg>
      </pc:sldChg>
      <pc:sldChg chg="addSp delSp modSp new mod modAnim">
        <pc:chgData name="Arindam Kanji" userId="454545c0849be3d5" providerId="LiveId" clId="{5B071820-B45B-43BC-94B5-57F0E2CBC106}" dt="2026-03-01T12:15:43.111" v="1681"/>
        <pc:sldMkLst>
          <pc:docMk/>
          <pc:sldMk cId="2357594365" sldId="272"/>
        </pc:sldMkLst>
        <pc:spChg chg="add del mod">
          <ac:chgData name="Arindam Kanji" userId="454545c0849be3d5" providerId="LiveId" clId="{5B071820-B45B-43BC-94B5-57F0E2CBC106}" dt="2026-03-01T02:10:55.253" v="1565" actId="478"/>
          <ac:spMkLst>
            <pc:docMk/>
            <pc:sldMk cId="2357594365" sldId="272"/>
            <ac:spMk id="5" creationId="{31CC94CE-91F7-CF1C-FDE2-B30F79E7713D}"/>
          </ac:spMkLst>
        </pc:spChg>
        <pc:spChg chg="add mod">
          <ac:chgData name="Arindam Kanji" userId="454545c0849be3d5" providerId="LiveId" clId="{5B071820-B45B-43BC-94B5-57F0E2CBC106}" dt="2026-03-01T02:12:04.205" v="1586" actId="1076"/>
          <ac:spMkLst>
            <pc:docMk/>
            <pc:sldMk cId="2357594365" sldId="272"/>
            <ac:spMk id="6" creationId="{EDE2E660-51E3-93C7-36FB-E920D56AD025}"/>
          </ac:spMkLst>
        </pc:spChg>
        <pc:picChg chg="add mod">
          <ac:chgData name="Arindam Kanji" userId="454545c0849be3d5" providerId="LiveId" clId="{5B071820-B45B-43BC-94B5-57F0E2CBC106}" dt="2026-03-01T02:11:19.110" v="1570" actId="1038"/>
          <ac:picMkLst>
            <pc:docMk/>
            <pc:sldMk cId="2357594365" sldId="272"/>
            <ac:picMk id="3" creationId="{B8D17211-7D3B-94D6-B5ED-2483E8817320}"/>
          </ac:picMkLst>
        </pc:picChg>
      </pc:sldChg>
      <pc:sldChg chg="addSp delSp modSp new del mod modAnim">
        <pc:chgData name="Arindam Kanji" userId="454545c0849be3d5" providerId="LiveId" clId="{5B071820-B45B-43BC-94B5-57F0E2CBC106}" dt="2026-03-01T14:07:55.586" v="2067" actId="47"/>
        <pc:sldMkLst>
          <pc:docMk/>
          <pc:sldMk cId="656632257" sldId="273"/>
        </pc:sldMkLst>
        <pc:spChg chg="add del mod">
          <ac:chgData name="Arindam Kanji" userId="454545c0849be3d5" providerId="LiveId" clId="{5B071820-B45B-43BC-94B5-57F0E2CBC106}" dt="2026-03-01T12:54:18.073" v="1747" actId="478"/>
          <ac:spMkLst>
            <pc:docMk/>
            <pc:sldMk cId="656632257" sldId="273"/>
            <ac:spMk id="2" creationId="{B56440BD-26CD-9F46-4DDA-2076CA974517}"/>
          </ac:spMkLst>
        </pc:spChg>
        <pc:spChg chg="add mod">
          <ac:chgData name="Arindam Kanji" userId="454545c0849be3d5" providerId="LiveId" clId="{5B071820-B45B-43BC-94B5-57F0E2CBC106}" dt="2026-03-01T13:06:09.694" v="1885" actId="21"/>
          <ac:spMkLst>
            <pc:docMk/>
            <pc:sldMk cId="656632257" sldId="273"/>
            <ac:spMk id="3" creationId="{6F018852-AE2B-B111-63DC-4FF7C67A9A62}"/>
          </ac:spMkLst>
        </pc:spChg>
      </pc:sldChg>
      <pc:sldChg chg="addSp delSp modSp new mod modAnim">
        <pc:chgData name="Arindam Kanji" userId="454545c0849be3d5" providerId="LiveId" clId="{5B071820-B45B-43BC-94B5-57F0E2CBC106}" dt="2026-03-01T14:10:20.961" v="2084" actId="20577"/>
        <pc:sldMkLst>
          <pc:docMk/>
          <pc:sldMk cId="397969232" sldId="274"/>
        </pc:sldMkLst>
        <pc:spChg chg="add mod">
          <ac:chgData name="Arindam Kanji" userId="454545c0849be3d5" providerId="LiveId" clId="{5B071820-B45B-43BC-94B5-57F0E2CBC106}" dt="2026-03-01T14:10:20.961" v="2084" actId="20577"/>
          <ac:spMkLst>
            <pc:docMk/>
            <pc:sldMk cId="397969232" sldId="274"/>
            <ac:spMk id="2" creationId="{3C28C816-3810-AAEF-DC09-15C1608C7FDA}"/>
          </ac:spMkLst>
        </pc:spChg>
        <pc:spChg chg="add">
          <ac:chgData name="Arindam Kanji" userId="454545c0849be3d5" providerId="LiveId" clId="{5B071820-B45B-43BC-94B5-57F0E2CBC106}" dt="2026-03-01T13:41:07.382" v="2018"/>
          <ac:spMkLst>
            <pc:docMk/>
            <pc:sldMk cId="397969232" sldId="274"/>
            <ac:spMk id="3" creationId="{D099E570-7E61-E4B7-7EB3-80CFDCFD65D6}"/>
          </ac:spMkLst>
        </pc:spChg>
        <pc:spChg chg="add del mod">
          <ac:chgData name="Arindam Kanji" userId="454545c0849be3d5" providerId="LiveId" clId="{5B071820-B45B-43BC-94B5-57F0E2CBC106}" dt="2026-03-01T13:45:59.988" v="2046"/>
          <ac:spMkLst>
            <pc:docMk/>
            <pc:sldMk cId="397969232" sldId="274"/>
            <ac:spMk id="4" creationId="{9B0BEC3C-2F32-FD34-E9E7-75F1967C85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7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51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29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89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29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56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30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56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62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93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6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AD8A956-382B-46B1-AD13-0A7AA301E01F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1D41B1E-0F68-4AF0-8807-A9EE719966B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98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111F11-2AE2-9FCA-7E21-5C39FF70C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CBFC5C-10B9-F4D4-34A7-9A0FA1B0C794}"/>
              </a:ext>
            </a:extLst>
          </p:cNvPr>
          <p:cNvSpPr txBox="1"/>
          <p:nvPr/>
        </p:nvSpPr>
        <p:spPr>
          <a:xfrm>
            <a:off x="1190766" y="265452"/>
            <a:ext cx="9918511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u="sng" dirty="0">
                <a:latin typeface="Arial Black" panose="020B0A04020102020204" pitchFamily="34" charset="0"/>
              </a:rPr>
              <a:t>Core Business Challenges</a:t>
            </a:r>
          </a:p>
          <a:p>
            <a:pPr algn="ctr">
              <a:buNone/>
            </a:pPr>
            <a:endParaRPr lang="en-US" sz="2400" b="1" dirty="0">
              <a:latin typeface="Arial Black" panose="020B0A0402010202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4400" b="1" dirty="0"/>
              <a:t>Extreme Demand Volatility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sz="4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4400" b="1" dirty="0"/>
              <a:t>Fragmented Customer Journeys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sz="4400" b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4400" b="1" dirty="0"/>
              <a:t>Inventory Misalignment</a:t>
            </a:r>
          </a:p>
          <a:p>
            <a:pPr algn="ctr"/>
            <a:endParaRPr lang="en-US" sz="4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4400" b="1" dirty="0"/>
              <a:t>Promotional Noise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5955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D6406-3DE1-C92B-36D9-E7558DAE4DCC}"/>
              </a:ext>
            </a:extLst>
          </p:cNvPr>
          <p:cNvSpPr txBox="1"/>
          <p:nvPr/>
        </p:nvSpPr>
        <p:spPr>
          <a:xfrm>
            <a:off x="1319283" y="185585"/>
            <a:ext cx="955343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 Black" panose="020B0A04020102020204" pitchFamily="34" charset="0"/>
              </a:rPr>
              <a:t>KPI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Total Sale – 5 Billion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Average Purchase – 9.26K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Total Transactions – 550K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Total Unique Customers-5891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Total Repeat Customers – 5891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Total Unique Products- 3631</a:t>
            </a:r>
          </a:p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Repeat Purchase Rate – 100%</a:t>
            </a:r>
          </a:p>
          <a:p>
            <a:pPr algn="ctr"/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0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E54521-5679-071C-0CD0-5C3A26250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984" y="375315"/>
            <a:ext cx="8020991" cy="6107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469361-8CC5-4438-67BD-3B24910D0A30}"/>
              </a:ext>
            </a:extLst>
          </p:cNvPr>
          <p:cNvSpPr txBox="1"/>
          <p:nvPr/>
        </p:nvSpPr>
        <p:spPr>
          <a:xfrm>
            <a:off x="294968" y="2676905"/>
            <a:ext cx="366301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From this graphs we can see that most of the buyers are males.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2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B0756-DDBB-9CFF-88DE-393E2322D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394519"/>
            <a:ext cx="7248737" cy="6068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CA11BC-AB6A-325D-2B21-D9FDE95E4119}"/>
              </a:ext>
            </a:extLst>
          </p:cNvPr>
          <p:cNvSpPr txBox="1"/>
          <p:nvPr/>
        </p:nvSpPr>
        <p:spPr>
          <a:xfrm>
            <a:off x="294967" y="2676905"/>
            <a:ext cx="392307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From this graphs we can see that the purchasing power of males are greater than females.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EA725-A15B-527B-C611-5A4D1E1A8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68" y="187259"/>
            <a:ext cx="5825977" cy="3443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8119B5-881B-16D8-AFA0-66459C8CD5E8}"/>
              </a:ext>
            </a:extLst>
          </p:cNvPr>
          <p:cNvSpPr txBox="1"/>
          <p:nvPr/>
        </p:nvSpPr>
        <p:spPr>
          <a:xfrm>
            <a:off x="445088" y="2028616"/>
            <a:ext cx="392307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From these graphs we can see that most of the buyers are of the age group between 26-35 years male.</a:t>
            </a:r>
          </a:p>
          <a:p>
            <a:r>
              <a:rPr lang="en-US" b="1" dirty="0"/>
              <a:t> </a:t>
            </a:r>
            <a:endParaRPr lang="en-US" sz="2800" b="1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BF777-9D07-B8E9-0A1F-44A4465F6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68" y="3800096"/>
            <a:ext cx="5825978" cy="277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2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8E77D-D4EE-1731-8439-28DF64187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42" y="1025573"/>
            <a:ext cx="3919423" cy="5129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8C94B3-875D-01F2-2F11-A92DAA52FACA}"/>
              </a:ext>
            </a:extLst>
          </p:cNvPr>
          <p:cNvSpPr txBox="1"/>
          <p:nvPr/>
        </p:nvSpPr>
        <p:spPr>
          <a:xfrm>
            <a:off x="358255" y="1693217"/>
            <a:ext cx="647927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Geographic Performance (Total Purchase by City Category)</a:t>
            </a:r>
          </a:p>
          <a:p>
            <a:pPr>
              <a:buNone/>
            </a:pPr>
            <a:r>
              <a:rPr lang="en-US" sz="2000" dirty="0"/>
              <a:t>This bar chart breaks down revenue by the type of city where the purchase occurred:</a:t>
            </a:r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Top Performer (City B):</a:t>
            </a:r>
            <a:r>
              <a:rPr lang="en-US" sz="2000" dirty="0"/>
              <a:t> This category leads in revenue with </a:t>
            </a:r>
            <a:r>
              <a:rPr lang="en-US" sz="2000" b="1" dirty="0"/>
              <a:t>2.12bn</a:t>
            </a:r>
            <a:r>
              <a:rPr lang="en-US" sz="2000" dirty="0"/>
              <a:t> in total purchases.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Middle Performer (City C):</a:t>
            </a:r>
            <a:r>
              <a:rPr lang="en-US" sz="2000" dirty="0"/>
              <a:t> City Category C follows with </a:t>
            </a:r>
            <a:r>
              <a:rPr lang="en-US" sz="2000" b="1" dirty="0"/>
              <a:t>1.66bn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Lower Performer (City A):</a:t>
            </a:r>
            <a:r>
              <a:rPr lang="en-US" sz="2000" dirty="0"/>
              <a:t> This category generated the lowest revenue of the three at </a:t>
            </a:r>
            <a:r>
              <a:rPr lang="en-US" sz="2000" b="1" dirty="0"/>
              <a:t>1.32bn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80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3E8F7-F665-DDD5-7A53-6A0725150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918" y="760002"/>
            <a:ext cx="5108549" cy="4608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73A02F-5A06-52C5-A39F-455907610B46}"/>
              </a:ext>
            </a:extLst>
          </p:cNvPr>
          <p:cNvSpPr txBox="1"/>
          <p:nvPr/>
        </p:nvSpPr>
        <p:spPr>
          <a:xfrm>
            <a:off x="476864" y="722671"/>
            <a:ext cx="56191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59.05%</a:t>
            </a:r>
            <a:r>
              <a:rPr lang="en-US" sz="3600" dirty="0"/>
              <a:t> of buyers are </a:t>
            </a:r>
            <a:r>
              <a:rPr lang="en-US" sz="3600" b="1" dirty="0"/>
              <a:t>unmarried</a:t>
            </a:r>
            <a:r>
              <a:rPr lang="en-US" sz="3600" dirty="0"/>
              <a:t> and </a:t>
            </a:r>
            <a:r>
              <a:rPr lang="en-US" sz="3600" b="1" dirty="0"/>
              <a:t>40.95%</a:t>
            </a:r>
            <a:r>
              <a:rPr lang="en-US" sz="3600" dirty="0"/>
              <a:t> are </a:t>
            </a:r>
            <a:r>
              <a:rPr lang="en-US" sz="3600" b="1" dirty="0"/>
              <a:t>married</a:t>
            </a:r>
            <a:r>
              <a:rPr lang="en-US" sz="3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There is an </a:t>
            </a:r>
            <a:r>
              <a:rPr lang="en-US" sz="3600" b="1" dirty="0"/>
              <a:t>18.1% lead</a:t>
            </a:r>
            <a:r>
              <a:rPr lang="en-US" sz="3600" dirty="0"/>
              <a:t> in purchasing activity by unmarried customers compared to married customers.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5290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071BA0-FC58-4431-FE0B-033E0A36AF5C}"/>
              </a:ext>
            </a:extLst>
          </p:cNvPr>
          <p:cNvSpPr txBox="1"/>
          <p:nvPr/>
        </p:nvSpPr>
        <p:spPr>
          <a:xfrm>
            <a:off x="629263" y="498963"/>
            <a:ext cx="534875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28.01%</a:t>
            </a:r>
            <a:r>
              <a:rPr lang="en-US" sz="2000" dirty="0"/>
              <a:t> of buyers are </a:t>
            </a:r>
            <a:r>
              <a:rPr lang="en-US" sz="2000" b="1" dirty="0"/>
              <a:t>Diamond tier (</a:t>
            </a:r>
            <a:r>
              <a:rPr lang="en-IN" sz="2000" dirty="0">
                <a:solidFill>
                  <a:srgbClr val="008080"/>
                </a:solidFill>
                <a:latin typeface="Consolas" panose="020B0609020204030204" pitchFamily="49" charset="0"/>
              </a:rPr>
              <a:t>Total_Spend </a:t>
            </a:r>
            <a:r>
              <a:rPr lang="en-US" sz="2000" dirty="0"/>
              <a:t>greater than or equal to</a:t>
            </a:r>
            <a:r>
              <a:rPr lang="en-US" sz="2000" b="1" dirty="0"/>
              <a:t> 1 Million)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23.65% </a:t>
            </a:r>
            <a:r>
              <a:rPr lang="en-US" sz="2000" dirty="0"/>
              <a:t>of buyers are </a:t>
            </a:r>
            <a:r>
              <a:rPr lang="en-US" sz="2000" b="1" dirty="0"/>
              <a:t>Platinum tier (</a:t>
            </a:r>
            <a:r>
              <a:rPr lang="en-IN" sz="2000" dirty="0">
                <a:solidFill>
                  <a:srgbClr val="008080"/>
                </a:solidFill>
                <a:latin typeface="Consolas" panose="020B0609020204030204" pitchFamily="49" charset="0"/>
              </a:rPr>
              <a:t>Total_Spend </a:t>
            </a:r>
            <a:r>
              <a:rPr lang="en-US" sz="2000" dirty="0"/>
              <a:t>greater than or equal to </a:t>
            </a:r>
            <a:r>
              <a:rPr lang="en-US" sz="2000" b="1" dirty="0"/>
              <a:t>0.5 Million  </a:t>
            </a:r>
            <a:r>
              <a:rPr lang="en-US" sz="2000" dirty="0"/>
              <a:t>and less than </a:t>
            </a:r>
            <a:r>
              <a:rPr lang="en-US" sz="2000" b="1" dirty="0"/>
              <a:t>1 Million)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21.83% </a:t>
            </a:r>
            <a:r>
              <a:rPr lang="en-US" sz="2000" dirty="0"/>
              <a:t>of buyers are </a:t>
            </a:r>
            <a:r>
              <a:rPr lang="en-US" sz="2000" b="1" dirty="0"/>
              <a:t>Gold tier (</a:t>
            </a:r>
            <a:r>
              <a:rPr lang="en-IN" sz="2000" dirty="0">
                <a:solidFill>
                  <a:srgbClr val="008080"/>
                </a:solidFill>
                <a:latin typeface="Consolas" panose="020B0609020204030204" pitchFamily="49" charset="0"/>
              </a:rPr>
              <a:t>Total_Spend </a:t>
            </a:r>
            <a:r>
              <a:rPr lang="en-US" sz="2000" dirty="0"/>
              <a:t>greater than or equal to </a:t>
            </a:r>
            <a:r>
              <a:rPr lang="en-US" sz="2000" b="1" dirty="0"/>
              <a:t>0.25 Million  </a:t>
            </a:r>
            <a:r>
              <a:rPr lang="en-US" sz="2000" dirty="0"/>
              <a:t>and less than </a:t>
            </a:r>
            <a:r>
              <a:rPr lang="en-US" sz="2000" b="1" dirty="0"/>
              <a:t>0.5 Million)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26.52%</a:t>
            </a:r>
            <a:r>
              <a:rPr lang="en-US" sz="2000" dirty="0"/>
              <a:t> of buyers are </a:t>
            </a:r>
            <a:r>
              <a:rPr lang="en-US" sz="2000" b="1" dirty="0"/>
              <a:t>Silver tier (</a:t>
            </a:r>
            <a:r>
              <a:rPr lang="en-IN" sz="2000" dirty="0">
                <a:solidFill>
                  <a:srgbClr val="008080"/>
                </a:solidFill>
                <a:latin typeface="Consolas" panose="020B0609020204030204" pitchFamily="49" charset="0"/>
              </a:rPr>
              <a:t>Total_Spend </a:t>
            </a:r>
            <a:r>
              <a:rPr lang="en-US" sz="2000" dirty="0"/>
              <a:t>less than</a:t>
            </a:r>
            <a:r>
              <a:rPr lang="en-US" sz="2000" b="1" dirty="0"/>
              <a:t> 0.25 Million)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Combined, the top-tier </a:t>
            </a:r>
            <a:r>
              <a:rPr lang="en-US" sz="2000" b="1" dirty="0"/>
              <a:t>Diamond</a:t>
            </a:r>
            <a:r>
              <a:rPr lang="en-US" sz="2000" dirty="0"/>
              <a:t> and </a:t>
            </a:r>
            <a:r>
              <a:rPr lang="en-US" sz="2000" b="1" dirty="0"/>
              <a:t>Platinum</a:t>
            </a:r>
            <a:r>
              <a:rPr lang="en-US" sz="2000" dirty="0"/>
              <a:t> groups make up over </a:t>
            </a:r>
            <a:r>
              <a:rPr lang="en-US" sz="2000" b="1" dirty="0"/>
              <a:t>51%</a:t>
            </a:r>
            <a:r>
              <a:rPr lang="en-US" sz="2000" dirty="0"/>
              <a:t> of the total customer count, indicating strong high-level engagement.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B0BBF7-58FC-C820-AFA0-2EAA121FF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362" y="1046580"/>
            <a:ext cx="5521633" cy="479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17211-7D3B-94D6-B5ED-2483E8817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683" y="1029774"/>
            <a:ext cx="5245277" cy="4545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E2E660-51E3-93C7-36FB-E920D56AD025}"/>
              </a:ext>
            </a:extLst>
          </p:cNvPr>
          <p:cNvSpPr txBox="1"/>
          <p:nvPr/>
        </p:nvSpPr>
        <p:spPr>
          <a:xfrm>
            <a:off x="301040" y="920621"/>
            <a:ext cx="623249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Repeat Customer - 70.82%</a:t>
            </a:r>
            <a:r>
              <a:rPr lang="en-US" sz="3200" dirty="0"/>
              <a:t> </a:t>
            </a:r>
            <a:r>
              <a:rPr lang="en-US" sz="3200" b="1" dirty="0"/>
              <a:t>(1&lt;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Transaction Count</a:t>
            </a:r>
            <a:r>
              <a:rPr lang="en-US" sz="3200" b="1" dirty="0"/>
              <a:t>&lt;=100)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Frequent Buyer – 28.18% (100&lt;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Transaction Count</a:t>
            </a:r>
            <a:r>
              <a:rPr lang="en-US" sz="3200" b="1" dirty="0"/>
              <a:t>&lt;=500)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Power User – 1% (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Transaction Count</a:t>
            </a:r>
            <a:r>
              <a:rPr lang="en-US" sz="3200" b="1" dirty="0"/>
              <a:t>&gt;500)</a:t>
            </a:r>
          </a:p>
        </p:txBody>
      </p:sp>
    </p:spTree>
    <p:extLst>
      <p:ext uri="{BB962C8B-B14F-4D97-AF65-F5344CB8AC3E}">
        <p14:creationId xmlns:p14="http://schemas.microsoft.com/office/powerpoint/2010/main" val="235759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50AB2-9649-5BCF-6930-4731CA740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420" y="867982"/>
            <a:ext cx="7356143" cy="4741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4670D5-0539-1191-DB93-78D08D580202}"/>
              </a:ext>
            </a:extLst>
          </p:cNvPr>
          <p:cNvSpPr txBox="1"/>
          <p:nvPr/>
        </p:nvSpPr>
        <p:spPr>
          <a:xfrm>
            <a:off x="349554" y="1168807"/>
            <a:ext cx="392307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distribution of purchase amounts is right-skewed, meaning most purchases are for lower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There is a high frequency of purchases in the lower to mid-range of amounts between 5K to 10K.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Fewer purchases occur at very high amounts, indicating that high-value transactions are less common but exist.</a:t>
            </a:r>
          </a:p>
          <a:p>
            <a:endParaRPr lang="en-US" sz="2800" b="1" dirty="0"/>
          </a:p>
          <a:p>
            <a:r>
              <a:rPr lang="en-US" b="1" dirty="0"/>
              <a:t> </a:t>
            </a:r>
            <a:endParaRPr lang="en-US" sz="28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2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170A44-96F8-893A-F08C-6CCC02B53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558" y="741457"/>
            <a:ext cx="7272175" cy="537508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9FB0051-8E80-619B-B34C-2FB2F88FF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76" y="1030309"/>
            <a:ext cx="4067033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Central Tendency: The median purchase amount (Q2) is 8,047.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"Middle 50%": Most customers spent between 5,823 (Q1) and 12,054 (Q3).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Outliers: The plot shows a significant number of "outliers" (the black dots at the top) that exceed the upper whisker of 21,400. These represent high value transactions that are far above the typical customer spend.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7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85305-DAA6-E5B7-91F0-7B909570D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214" y="997530"/>
            <a:ext cx="6221144" cy="4966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0C3CA9-DC77-028B-62E6-31BAE732961E}"/>
              </a:ext>
            </a:extLst>
          </p:cNvPr>
          <p:cNvSpPr txBox="1"/>
          <p:nvPr/>
        </p:nvSpPr>
        <p:spPr>
          <a:xfrm>
            <a:off x="225146" y="55164"/>
            <a:ext cx="551197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Gender and Purchase: There's a very weak positive correlation (around 0.06) between gender and Purchase, suggesting males tend to have slightly higher purchase amounts, but the relationship is not strong.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and Purchase: The correlation between age and Purchase is almost negligible (around 0.016), indicating that age has very little linear influence on purchase amount.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Marital Status and Purchase: There is virtually no linear correlation (around -0.00046) between marital status and purchase amount, meaning whether someone is married or not doesn't seem to impact their spending directly.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and Marital Status: A moderate positive correlation (around 0.31) exists between age and marital status, implying that older individuals are more likely to be married in this dataset.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39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2347A9-1218-3D8A-2182-C2D7516B7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35" y="854832"/>
            <a:ext cx="7374432" cy="5737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FE44A7-D8EE-CE09-1E3F-983F48815B70}"/>
              </a:ext>
            </a:extLst>
          </p:cNvPr>
          <p:cNvSpPr txBox="1"/>
          <p:nvPr/>
        </p:nvSpPr>
        <p:spPr>
          <a:xfrm>
            <a:off x="400333" y="172436"/>
            <a:ext cx="388961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Very Weak Correlation with Purchase: Both 'Occupation' and 'Stay In Current City Years' show extremely weak positive correlations with 'Purchase' (0.02 and 0.005). This suggests that there is almost no linear relationship between a person's occupation or the duration of their stay in the current city and the amount they spend.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Minimal Inter-Variable Correlation: The correlation between 'Occupation' and 'Stay In Current City Years' is also very weak (0.03), indicating these two demographic factors are largely independent of each other within this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5005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3EDAF-1970-DFD8-2D58-2B8C6296E18E}"/>
              </a:ext>
            </a:extLst>
          </p:cNvPr>
          <p:cNvSpPr txBox="1"/>
          <p:nvPr/>
        </p:nvSpPr>
        <p:spPr>
          <a:xfrm>
            <a:off x="181970" y="1144637"/>
            <a:ext cx="120100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T-test to compare Average Purchase by Gender:</a:t>
            </a:r>
            <a:endParaRPr lang="en-IN" sz="2400" dirty="0"/>
          </a:p>
          <a:p>
            <a:pPr lvl="0"/>
            <a:r>
              <a:rPr lang="en-IN" sz="2400" b="1" dirty="0"/>
              <a:t>P-value: 0.000</a:t>
            </a:r>
          </a:p>
          <a:p>
            <a:pPr lvl="0"/>
            <a:r>
              <a:rPr lang="en-IN" sz="2400" dirty="0"/>
              <a:t>Since the p-value (0.000) is much less than our common significance level of 0.05, </a:t>
            </a:r>
            <a:r>
              <a:rPr lang="en-US" sz="2400" dirty="0"/>
              <a:t>There is a statistically significant difference in average purchase amounts between genders.</a:t>
            </a:r>
            <a:endParaRPr lang="en-IN" sz="2400" dirty="0"/>
          </a:p>
          <a:p>
            <a:pPr lvl="0"/>
            <a:r>
              <a:rPr lang="en-IN" sz="2400" b="1" dirty="0"/>
              <a:t>Mean Difference:</a:t>
            </a:r>
            <a:r>
              <a:rPr lang="en-IN" sz="2400" dirty="0"/>
              <a:t> Males had an average purchase of $9437.53, while females had $8734.57. This means males, on average, spent $702.96 more than females.</a:t>
            </a:r>
          </a:p>
          <a:p>
            <a:pPr lvl="0"/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T-test to compare Average Purchase by Marital Status:</a:t>
            </a:r>
            <a:endParaRPr lang="en-IN" sz="2400" dirty="0"/>
          </a:p>
          <a:p>
            <a:pPr lvl="0"/>
            <a:r>
              <a:rPr lang="en-IN" sz="2400" b="1" dirty="0"/>
              <a:t>P-value: 0.731</a:t>
            </a:r>
          </a:p>
          <a:p>
            <a:pPr lvl="0"/>
            <a:r>
              <a:rPr lang="en-IN" sz="2400" dirty="0"/>
              <a:t>Since the p-value is greater than 0.05, </a:t>
            </a:r>
            <a:r>
              <a:rPr lang="en-US" sz="2400" dirty="0"/>
              <a:t>There is no statistically significant difference in average purchase amounts between individuals with different marital statuses. </a:t>
            </a:r>
          </a:p>
          <a:p>
            <a:pPr lvl="0"/>
            <a:r>
              <a:rPr lang="en-IN" sz="2400" b="1" dirty="0"/>
              <a:t>Mean Difference:</a:t>
            </a:r>
            <a:r>
              <a:rPr lang="en-IN" sz="2400" dirty="0"/>
              <a:t> The average purchase for married individuals was $9261.17, and for unmarried individuals was $9265.91. The difference of -$4.73 is very small and not statistically significant.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D6348-4A88-B946-D2F3-B05EDA9E3D9B}"/>
              </a:ext>
            </a:extLst>
          </p:cNvPr>
          <p:cNvSpPr txBox="1"/>
          <p:nvPr/>
        </p:nvSpPr>
        <p:spPr>
          <a:xfrm>
            <a:off x="4434953" y="358338"/>
            <a:ext cx="3494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T-test Analysis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E3FDD-FE7F-A807-9E25-530D2CC6CDB2}"/>
              </a:ext>
            </a:extLst>
          </p:cNvPr>
          <p:cNvSpPr txBox="1"/>
          <p:nvPr/>
        </p:nvSpPr>
        <p:spPr>
          <a:xfrm>
            <a:off x="568657" y="1267639"/>
            <a:ext cx="1105468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ANOVA to analyze spending differences across age group:</a:t>
            </a:r>
            <a:endParaRPr lang="en-IN" sz="2400" dirty="0"/>
          </a:p>
          <a:p>
            <a:pPr lvl="0"/>
            <a:r>
              <a:rPr lang="en-IN" sz="2400" b="1" dirty="0"/>
              <a:t>P-value: 0.000</a:t>
            </a:r>
          </a:p>
          <a:p>
            <a:pPr lvl="0"/>
            <a:r>
              <a:rPr lang="en-IN" sz="2400" dirty="0"/>
              <a:t>Since the p-value is less than 0.05, </a:t>
            </a:r>
            <a:r>
              <a:rPr lang="en-US" sz="2400" dirty="0"/>
              <a:t>There is a statistically significant difference in average purchase amounts among the age groups. </a:t>
            </a:r>
          </a:p>
          <a:p>
            <a:pPr lvl="0"/>
            <a:r>
              <a:rPr lang="en-IN" sz="2400" b="1" dirty="0"/>
              <a:t>Average Purchases:</a:t>
            </a:r>
            <a:r>
              <a:rPr lang="en-IN" sz="2400" dirty="0"/>
              <a:t> The age group 51-55 had the highest average purchase ($9534.81), while the 0-17 age group had the lowest ($8933.46).</a:t>
            </a:r>
          </a:p>
          <a:p>
            <a:pPr lvl="0"/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ANOVA to analyze spending differences across city category:</a:t>
            </a:r>
            <a:endParaRPr lang="en-IN" sz="2400" dirty="0"/>
          </a:p>
          <a:p>
            <a:pPr lvl="0"/>
            <a:r>
              <a:rPr lang="en-IN" sz="2400" b="1" dirty="0"/>
              <a:t>P-value: 0.000</a:t>
            </a:r>
          </a:p>
          <a:p>
            <a:pPr lvl="0"/>
            <a:r>
              <a:rPr lang="en-IN" sz="2400" dirty="0"/>
              <a:t>Since the p-value (0.000) is less than 0.05, </a:t>
            </a:r>
            <a:r>
              <a:rPr lang="en-US" sz="2400" dirty="0"/>
              <a:t>There is a statistically significant difference in average purchase amounts among the city categories. </a:t>
            </a:r>
          </a:p>
          <a:p>
            <a:pPr lvl="0"/>
            <a:r>
              <a:rPr lang="en-IN" sz="2400" b="1" dirty="0"/>
              <a:t>Average Purchases:</a:t>
            </a:r>
            <a:r>
              <a:rPr lang="en-IN" sz="2400" dirty="0"/>
              <a:t> City Category C had the highest average purchase ($9719.92), followed by City Category B ($9151.30), and City Category A ($8911.94).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77912-3937-EB48-B9F8-7A001C1D4978}"/>
              </a:ext>
            </a:extLst>
          </p:cNvPr>
          <p:cNvSpPr txBox="1"/>
          <p:nvPr/>
        </p:nvSpPr>
        <p:spPr>
          <a:xfrm>
            <a:off x="4434953" y="358338"/>
            <a:ext cx="3876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ANOVA Analysis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2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28C816-3810-AAEF-DC09-15C1608C7FDA}"/>
              </a:ext>
            </a:extLst>
          </p:cNvPr>
          <p:cNvSpPr txBox="1"/>
          <p:nvPr/>
        </p:nvSpPr>
        <p:spPr>
          <a:xfrm>
            <a:off x="870155" y="412955"/>
            <a:ext cx="1060409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/>
              <a:t>Recommendation</a:t>
            </a:r>
          </a:p>
          <a:p>
            <a:pPr algn="ctr"/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Bridge the Gender Gap:</a:t>
            </a:r>
            <a:r>
              <a:rPr lang="en-US" altLang="en-US" sz="2200" dirty="0">
                <a:latin typeface="Arial" panose="020B0604020202020204" pitchFamily="34" charset="0"/>
              </a:rPr>
              <a:t> Develop specific marketing campaigns to attract female shoppers, as they currently represent only about </a:t>
            </a:r>
            <a:r>
              <a:rPr lang="en-US" altLang="en-US" sz="2200">
                <a:latin typeface="Arial" panose="020B0604020202020204" pitchFamily="34" charset="0"/>
              </a:rPr>
              <a:t>25%.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Focus on Young Professionals:</a:t>
            </a:r>
            <a:r>
              <a:rPr lang="en-US" altLang="en-US" sz="2200" dirty="0">
                <a:latin typeface="Arial" panose="020B0604020202020204" pitchFamily="34" charset="0"/>
              </a:rPr>
              <a:t> Optimize ad spend toward the </a:t>
            </a:r>
            <a:r>
              <a:rPr lang="en-US" altLang="en-US" sz="2200" b="1" dirty="0">
                <a:latin typeface="Arial" panose="020B0604020202020204" pitchFamily="34" charset="0"/>
              </a:rPr>
              <a:t>30–40 age demographic</a:t>
            </a:r>
            <a:r>
              <a:rPr lang="en-US" altLang="en-US" sz="2200" dirty="0">
                <a:latin typeface="Arial" panose="020B0604020202020204" pitchFamily="34" charset="0"/>
              </a:rPr>
              <a:t>, which currently forms the backbone of your purchasing volume.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b="1" dirty="0"/>
              <a:t>Upsell to "Diamond" Status:</a:t>
            </a:r>
            <a:r>
              <a:rPr lang="en-US" sz="2200" dirty="0"/>
              <a:t> With a balanced distribution across tiers, launch an "Elite Upgrade" program to move </a:t>
            </a:r>
            <a:r>
              <a:rPr lang="en-US" sz="2200" b="1" dirty="0"/>
              <a:t>Silver (26.5%)</a:t>
            </a:r>
            <a:r>
              <a:rPr lang="en-US" sz="2200" dirty="0"/>
              <a:t> and </a:t>
            </a:r>
            <a:r>
              <a:rPr lang="en-US" sz="2200" b="1" dirty="0"/>
              <a:t>Platinum (23.6%)</a:t>
            </a:r>
            <a:r>
              <a:rPr lang="en-US" sz="2200" dirty="0"/>
              <a:t> members into the high-spending </a:t>
            </a:r>
            <a:r>
              <a:rPr lang="en-US" sz="2200" b="1" dirty="0"/>
              <a:t>Diamond (28%)</a:t>
            </a:r>
            <a:r>
              <a:rPr lang="en-US" sz="2200" dirty="0"/>
              <a:t> category.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/>
              <a:t>.</a:t>
            </a:r>
            <a:r>
              <a:rPr lang="en-US" sz="2200" b="1" dirty="0"/>
              <a:t> Convert Repeaters to Frequent Buyers:</a:t>
            </a:r>
            <a:r>
              <a:rPr lang="en-US" sz="2200" dirty="0"/>
              <a:t> Implement a "Subscription" or "Early Access" model for the </a:t>
            </a:r>
            <a:r>
              <a:rPr lang="en-US" sz="2200" b="1" dirty="0"/>
              <a:t>70.8% of Repeat Customers</a:t>
            </a:r>
            <a:r>
              <a:rPr lang="en-US" sz="2200" dirty="0"/>
              <a:t> to increase their purchase velocity and move them into the </a:t>
            </a:r>
            <a:r>
              <a:rPr lang="en-US" sz="2200" b="1" dirty="0"/>
              <a:t>Frequent Buyer (28.1%)</a:t>
            </a:r>
            <a:r>
              <a:rPr lang="en-US" sz="2200" dirty="0"/>
              <a:t> group.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6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324</TotalTime>
  <Words>1115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Consolas</vt:lpstr>
      <vt:lpstr>Google Sans Text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Arindam Kanji</dc:creator>
  <cp:lastModifiedBy>Arindam Kanji</cp:lastModifiedBy>
  <cp:revision>1</cp:revision>
  <dcterms:created xsi:type="dcterms:W3CDTF">2026-02-26T12:03:42Z</dcterms:created>
  <dcterms:modified xsi:type="dcterms:W3CDTF">2026-03-01T14:10:43Z</dcterms:modified>
</cp:coreProperties>
</file>